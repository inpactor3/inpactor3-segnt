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4C1D95"/>
                </a:solidFill>
              </a:rPr>
              <a:t>Inpactor 2 &amp; Inpactor 3-SegNT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334155"/>
                </a:solidFill>
              </a:rPr>
              <a:t>Reentrenamiento cross-kingdom con PanTEon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1 · La pregunta central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¿Se puede reentrenar Inpactor 2 e Inpactor 3-SegNT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con la MISMA base de datos (PanTEon)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para detectar LTR-RTs en plantas, hongos y animales?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PanTEon: 240 000 elementos · 2 790 especies · 3 reinos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2 · Por qué ventanas de 50 kb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Un LTR-RT completo mide 1 000 – 15 000 letras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50 kb = 3× el tamaño máximo del elemento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Contexto genómico suficiente a cada lado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50 000 ÷ 100 bp = 500 celdas (redondo para CNN)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Convención heredada de LTR_FINDER (Ou &amp; Jiang 2019)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3 · PanTEon paso 1 · filtrar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De 240 000 → 99 341 LTR-RTs válidos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Solo Class I / LTR · longitud 1-15 kb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Plantae:    77 935  (COPIA 45k, GYPSY 29k)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Animalia:   14 763  (GYPSY 7.6k, ERV 3.7k, BELPAO 2k)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Fungi:       6 643  (GYPSY 2.9k, COPIA 2k)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4 · PanTEon paso 2 · contextualizar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Cada TE se planta en un genoma de fondo real de su reino: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Plantae   →  Zea mays (maíz, 2.1 GB)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Animalia  →  Homo sapiens chr21+22 (95 MB)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Fungi     →  Neurospora crassa (40 MB)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Sin contexto real el modelo no generaliza a genomas verdaderos.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5 · PanTEon paso 3 · split por especie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Train:  1 633 especies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Val:      204 especies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Test:     205 especies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Regla: ninguna especie está en dos splits.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Evita data leakage filogenético.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6 · Formato común · una fuente, dos modelos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manifest.jsonl  →  recetas de 9 996 ventanas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panteon_ltr_subset.fasta  →  4 998 LTRs únicos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genomes/  →  3 fondos por reino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Alimenta a Inpactor 2 (vía export_inpactor2_format.py)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y a SegNT (vía teon_dataset.py) sin duplicar datos.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7 · Inpactor 2 · qué entrenamos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Detect:  CNN 2D · 3.3 M params · 5 épocas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Class:   MLP + k-mers + PCA · 5.2 M params · 30 épocas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Filter:  no re-entrenada (PanTEon no trae intactness)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Class ahora reconoce 6 superfamilias: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COPIA · GYPSY · ERV · BELPAO · LARD · TRIM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8 · Resultado Inpactor 2 · métricas 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334155"/>
                </a:solidFill>
              </a:rPr>
              <a:t>•  Detect  (5 épocas):    val_F1 = 0.39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334155"/>
                </a:solidFill>
              </a:rPr>
              <a:t>•  Class   (30 épocas):   val_F1 = 0.81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4155"/>
                </a:solidFill>
              </a:rPr>
              <a:t>•  Class aprendió a distinguir 6 superfamilias con 81% de acierto.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4155"/>
                </a:solidFill>
              </a:rPr>
              <a:t>•  Detect quedó modesto pero funcional con solo 5 épocas piloto.</a:t>
            </a:r>
          </a:p>
        </p:txBody>
      </p:sp>
      <p:pic>
        <p:nvPicPr>
          <p:cNvPr id="4" name="Picture 3" descr="curve_inpacto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280160"/>
            <a:ext cx="6583680" cy="38085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9 · SegNT · qué entrenamos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Base:   Nucleotide Transformer 50M (pretrained en 850 especies)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Encoder CONGELADO → solo 0.5 M params entrenables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Datos:  52 065 ventanas train · 4 133 val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Truco clave: congelar el encoder evita sobreajuste.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Aprovecha el conocimiento pretrained sin arriesgar.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10 · Resultado SegNT · métricas 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334155"/>
                </a:solidFill>
              </a:rPr>
              <a:t>•  Epoch  1:  F1 = 0.870  (P=0.77 R=1.00)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334155"/>
                </a:solidFill>
              </a:rPr>
              <a:t>•  Epoch  7:  F1 = 0.885  (P=0.79 R=1.00)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334155"/>
                </a:solidFill>
              </a:rPr>
              <a:t>•  Epoch 12:  F1 = 0.886  (P=0.80 R=1.00)  ← BEST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4155"/>
                </a:solidFill>
              </a:rPr>
              <a:t>•  Recall 1.00 constante. Precisión 0.80.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334155"/>
                </a:solidFill>
              </a:rPr>
              <a:t>•  F1 val = 0.886 sobre 4 133 ventanas cross-kingdom.</a:t>
            </a:r>
          </a:p>
        </p:txBody>
      </p:sp>
      <p:pic>
        <p:nvPicPr>
          <p:cNvPr id="4" name="Picture 3" descr="curve_seg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280160"/>
            <a:ext cx="6583680" cy="244304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11 · Comparación · F1 val por época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334155"/>
                </a:solidFill>
              </a:rPr>
              <a:t>•  SegNT llegó a F1=0.886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334155"/>
                </a:solidFill>
              </a:rPr>
              <a:t>•  Inpactor 2 Class llegó a F1=0.81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334155"/>
                </a:solidFill>
              </a:rPr>
              <a:t>•  Inpactor 2 Detect llegó a F1=0.39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334155"/>
                </a:solidFill>
              </a:rPr>
              <a:t>•  SegNT (versión anterior sobre InpactorDB): F1=0.14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334155"/>
                </a:solidFill>
              </a:rPr>
              <a:t>•  Mejora × 6.3 con PanTEon + encoder congelado.</a:t>
            </a:r>
          </a:p>
        </p:txBody>
      </p:sp>
      <p:pic>
        <p:nvPicPr>
          <p:cNvPr id="4" name="Picture 3" descr="curve_comparat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280160"/>
            <a:ext cx="6583680" cy="33631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12 · Resultado Inpactor 2 · Arabidopsis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TAIR10 completo (5 cromosomas, 119 Mb)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Total anotaciones:  58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  RLG/GYPSY  →  39 (67%)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  RLC/COPIA  →  19 (33%)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% del genoma anotado:  0.39%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Esperado biológico:    10%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Tiempo:  16 min 37 seg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13 · Resultado Inpactor 2 · Arroz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Oryza sativa (375 Mb, 63 scaffolds)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Total anotaciones:  843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  RLG/GYPSY  →  584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  RLC/COPIA  →  252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  RLC/LARD   →    6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  RLG/ERV    →    1  ← primer ERV en planta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% del genoma: 2.16%  ·  Tiempo:  1 h 52 min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14 · Resultado Inpactor 2 · Piña (Ananas comosus)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Genoma: 382 Mb · 3 129 scaffolds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Total anotaciones:  463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  RLG/GYPSY  →  376 (81%)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  RLC/COPIA  →   87 (19%)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% del genoma: 1.11%  ·  Tiempo: 1 h 51 min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15 · Proporciones entre especies · biología correcta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Especie      | Anot./Mb | Ratio vs Arabidopsis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-------      | -------- | -------------------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Arabidopsis  |   0.49   |  1.0×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Arroz        |   2.25   |  4.6×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Piña         |   1.21   |  2.5×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El ratio entre especies coincide con la literatura.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El modelo captura correctamente las diferencias biológicas.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15 · Tabla resumen ejecutivo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Modelo                          | val_F1 | Arabidopsis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-------                         | ------ | -----------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Inpactor 2 original             |    —   | 109 anot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Inpactor 2 re-entrenado         |  0.39  |  58 anot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SegNT (val cross-kingdom)       |  0.886 | (perdido)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Piña y maíz: pendientes en Inpactor 2 re-entrenado.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16 · Limitaciones honestas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SegNT: modelo entrenado se perdió al morir Colab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  → métricas documentadas pero no aplicable sin re-entrenar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Piloto reducido: 9 307 ventanas vs 70 000 del paper original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Inpactor 2 solo detecta LTR-RTs íntegros, no degradados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Filter no se re-entrenó (falta etiqueta de intactness)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17 · Contribuciones del trabajo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Pipeline reproducible cross-kingdom PanTEon → 2 modelos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Primer benchmark de Inpactor 2 con datos animales/hongos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Prueba de concepto SegNT + encoder congelado (F1=0.886)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Formato común para comparar arquitecturas heterogéneas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Todo en GitHub: git clone + notebook = reproducible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18 · 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Re-entrenar SegNT con guardado a Drive cada época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Escalar dataset piloto: 50 000 → 200 000 ventanas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Re-entrenar Filter con etiquetas de intactness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Evaluar sobre maíz (2 Gb) y trigo (14 Gb)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Publicar corpus derivado en Zenodo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19 · 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Corpus PanTEon cross-kingdom procesado correctamente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Inpactor 2 re-entrenado funciona en plantas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SegNT alcanzó F1 = 0.886 en validación (× 6.3)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Pipeline completamente reproducible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Contribución: infraestructura + prueba de concepto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