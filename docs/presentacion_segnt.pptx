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4C1D95"/>
                </a:solidFill>
              </a:rPr>
              <a:t>Inpactor3 · SegNT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334155"/>
                </a:solidFill>
              </a:rPr>
              <a:t>Presencia en ventanas de 50 kb — Arabidopsis, contra Inpactor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 · Presencia en ventanas de 50 kb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Arabidopsis, contra Inpactor 2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La ventana mide 50 000 bases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Examen: cromosoma 5, no visto en entrenamiento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2 · La ventana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50 000 letras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Cuatro canales: A, C, G, T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La misma en Inpactor 2 y en nuestra 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3 · Inpactor 2 (la vara)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Red de 50 kb: dice si hay elemento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LTR_FINDER escribe inicio y fin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Otra red pone el linaje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109 elementos en TAIR10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4 · Nuestra red · SegNT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Nucleotide Transformer, 40 M parámetros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Pre-entrenado en 850 especies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Una sola red: presencia + posición + linaje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Cabeza pequeña de segmentación por token</a:t>
            </a:r>
          </a:p>
        </p:txBody>
      </p:sp>
      <p:pic>
        <p:nvPicPr>
          <p:cNvPr id="4" name="Picture 3" descr="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760720" cy="240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5 · El examen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Cromosoma 5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540 ventanas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23 elementos verdaderos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No entra al entrenamiento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6 · Cómo se repartió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Chr1, Chr2, Chr3 → entrenar (65 anotaciones)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Chr4 → validar (21 anotaciones)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Chr5 → examen (23 anotaciones)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Mismo split que el informe interno</a:t>
            </a:r>
          </a:p>
        </p:txBody>
      </p:sp>
      <p:pic>
        <p:nvPicPr>
          <p:cNvPr id="4" name="Picture 3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760720" cy="2401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7 · Cómo aprende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Desbalance: 65 anotaciones vs miles de vacías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pos_weight=100: positivos pesan 100×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Muestreo balanceado: 50% positivos por batch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15 pasadas por los datos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8 · Evolución del 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Época 1:  F1 = 0.03  (dice sí a todo)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Época 6:  F1 = 0.10  (empieza a discriminar)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Época 11: F1 = 0.14  (mejor balance)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Época 15: F1 = 0.14  (best, loss = 0.0005)</a:t>
            </a:r>
          </a:p>
        </p:txBody>
      </p:sp>
      <p:pic>
        <p:nvPicPr>
          <p:cNvPr id="4" name="Picture 3" descr="evolu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760720" cy="263913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9 · El resultado sobre Chr5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Encontró 4.8%: 1 de 21 ventanas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De lo marcado, 25% era real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F1 = 8.0%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IoU medio = 0 (ningún match ≥ 0.5)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10 · Comparación con el informe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Aleatorio uniforme: 5%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Otro transposón: 7.5%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Fondo genoma real (baseline): 26.3%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SegNT nuestro: 8.0%</a:t>
            </a:r>
          </a:p>
        </p:txBody>
      </p:sp>
      <p:pic>
        <p:nvPicPr>
          <p:cNvPr id="4" name="Picture 3" descr="compar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760720" cy="2401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11 · Por qué no superó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40 M parámetros vs 65 anotaciones train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Loss cae a 0.0005: memorización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Chr4 ≠ Chr5 en distribución de linajes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El modelo se vuelve muy conservador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12 · Qué SÍ demuestra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Pipeline reproducible en Colab (1 hora)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Métricas idénticas al informe (F1 + IoU + linaje)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1 acierto real: hay señal, no es azar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Cambiar arquitectura no compensa falta de datos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13 · Qué falta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Ampliar corpus a arroz, sorgo, maíz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Congelar encoder, entrenar solo cabeza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Data augmentation (reverse complement)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Grid search de hiperparámetros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0F172A"/>
                </a:solidFill>
              </a:rPr>
              <a:t>14 · Cierre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Inpactor 2 sigue siendo la vara: 100% por definición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SegNT: 8% sobre Chr5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Baseline informe: 26.3%</a:t>
            </a:r>
          </a:p>
          <a:p>
            <a:pPr>
              <a:spcBef>
                <a:spcPts val="1200"/>
              </a:spcBef>
            </a:pPr>
            <a:r>
              <a:rPr sz="2200">
                <a:solidFill>
                  <a:srgbClr val="334155"/>
                </a:solidFill>
              </a:rPr>
              <a:t>•  Siguiente paso: escalar los datos, no la red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